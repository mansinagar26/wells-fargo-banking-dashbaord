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94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9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9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50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18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30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0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98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73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8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95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48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2103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92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23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6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8B0000"/>
                </a:solidFill>
              </a:defRPr>
            </a:pPr>
            <a:r>
              <a:t>Wells Fargo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Style Banking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Net Interest Income shows steady growth across the year</a:t>
            </a:r>
          </a:p>
          <a:p>
            <a:r>
              <a:t>• Deposit balances increasing indicating stronger liquidity base</a:t>
            </a:r>
          </a:p>
          <a:p>
            <a:r>
              <a:t>• Operating expenses rising moderately due to technology investments</a:t>
            </a:r>
          </a:p>
          <a:p>
            <a:r>
              <a:t>• Loan portfolio growth supports revenue expansion</a:t>
            </a:r>
          </a:p>
          <a:p>
            <a:r>
              <a:t>• Overall profitability improving with revenue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Cards:</a:t>
            </a:r>
          </a:p>
          <a:p>
            <a:r>
              <a:t>• Total Revenue</a:t>
            </a:r>
          </a:p>
          <a:p>
            <a:r>
              <a:t>• Operating Profit</a:t>
            </a:r>
          </a:p>
          <a:p>
            <a:r>
              <a:t>• Profit Margin</a:t>
            </a:r>
          </a:p>
          <a:p>
            <a:endParaRPr/>
          </a:p>
          <a:p>
            <a:r>
              <a:t>Charts:</a:t>
            </a:r>
          </a:p>
          <a:p>
            <a:r>
              <a:t>• Monthly revenue trend</a:t>
            </a:r>
          </a:p>
          <a:p>
            <a:r>
              <a:t>• Loan vs Deposit growth</a:t>
            </a:r>
          </a:p>
          <a:p>
            <a:r>
              <a:t>• Expense ratio trend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Governance &amp; Refresh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Source: Internal banking performance dataset</a:t>
            </a:r>
          </a:p>
          <a:p>
            <a:r>
              <a:t>Refresh Frequency: Monthly</a:t>
            </a:r>
          </a:p>
          <a:p>
            <a:r>
              <a:t>Steps:</a:t>
            </a:r>
          </a:p>
          <a:p>
            <a:r>
              <a:t>1. Update dataset file</a:t>
            </a:r>
          </a:p>
          <a:p>
            <a:r>
              <a:t>2. Refresh Power BI model</a:t>
            </a:r>
          </a:p>
          <a:p>
            <a:r>
              <a:t>3. Validate measures</a:t>
            </a:r>
          </a:p>
          <a:p>
            <a:r>
              <a:t>4. Republish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118</Words>
  <Application>Microsoft Office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Wells Fargo Performance Dashboard</vt:lpstr>
      <vt:lpstr>Key KPI Insights</vt:lpstr>
      <vt:lpstr>Dashboard Components</vt:lpstr>
      <vt:lpstr>Data Governance &amp; Refresh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Mansi Nagar</dc:creator>
  <cp:keywords/>
  <dc:description>generated using python-pptx</dc:description>
  <cp:lastModifiedBy>Mansi Nagar</cp:lastModifiedBy>
  <cp:revision>2</cp:revision>
  <dcterms:created xsi:type="dcterms:W3CDTF">2013-01-27T09:14:16Z</dcterms:created>
  <dcterms:modified xsi:type="dcterms:W3CDTF">2026-03-11T03:26:49Z</dcterms:modified>
  <cp:category/>
</cp:coreProperties>
</file>